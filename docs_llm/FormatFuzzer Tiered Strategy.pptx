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 presentation: the two-prompt pipeline, its measured shortfall, the diagnosis, and the tiered strategy that replaced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generated files go to a real decoder; line coverage of that decoder is the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1 asked for a JSON spec in three sections, plus generation_range — the field that caused the regression.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2 not only honoured generation_range, it taught capping as an idiom.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starting position: neither LLM set beat the hand-optimized templates on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gif regression traced to a single prompt instruction.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Validity is not monotonically related to coverage — optimising for it was the wrong objective.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fixing the strategy we had to fix the measurement. wav was measuring argument parsing.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8h AFL campaign saturates on small targets, so it cannot validate a template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 membership is decided by one mechanical test, not by judging importance.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unifying rule, derived from the two opposite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1 changes, centred on removing generation_range and adding tiers.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2 changes: tier-driven emission, a worked payload recipe, and three verification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Tiered wins 8 of 10 and is the first LLM variant with a positive mean against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Time-to-coverage shows a far larger effect than the endpoint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Stating the losses and the statistical limits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the finding, the numbers, and the claim the thesis can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FormatFuzzer</a:t>
            </a:r>
            <a:endParaRPr lang="en-US" sz="17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7744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Tiered Constraint Strategy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LLM-Generated Binary Templates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224528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first two prompts under-performed the hand-tuned baseline, and what replaced them.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9834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852928" y="49834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852928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sets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138928" y="49834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5138928" y="5532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8-hour campaigns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prompts turn a parser into a generator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542032" cy="1481328"/>
          </a:xfrm>
          <a:prstGeom prst="roundRect">
            <a:avLst>
              <a:gd name="adj" fmla="val 3704"/>
            </a:avLst>
          </a:prstGeom>
          <a:solidFill>
            <a:srgbClr val="EDF1F4"/>
          </a:solidFill>
          <a:ln w="12700">
            <a:solidFill>
              <a:srgbClr val="EDF1F4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template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.bt passive parser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templates_originals/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212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19856" y="1691640"/>
            <a:ext cx="2542032" cy="1481328"/>
          </a:xfrm>
          <a:prstGeom prst="roundRect">
            <a:avLst>
              <a:gd name="adj" fmla="val 3704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84448" y="182880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21284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extraction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JSON specification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007608" y="2212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72784" y="1691640"/>
            <a:ext cx="2542032" cy="1481328"/>
          </a:xfrm>
          <a:prstGeom prst="roundRect">
            <a:avLst>
              <a:gd name="adj" fmla="val 3704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37376" y="182880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221284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rewrite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A2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generative .bt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860536" y="22128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25712" y="1691640"/>
            <a:ext cx="2542032" cy="1481328"/>
          </a:xfrm>
          <a:prstGeom prst="roundRect">
            <a:avLst>
              <a:gd name="adj" fmla="val 3704"/>
            </a:avLst>
          </a:prstGeom>
          <a:solidFill>
            <a:srgbClr val="1B2A38"/>
          </a:solidFill>
          <a:ln w="12700">
            <a:solidFill>
              <a:srgbClr val="1B2A3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90304" y="1828800"/>
            <a:ext cx="22128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290304" y="2212848"/>
            <a:ext cx="22128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line coverage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gcov / AFL+FFMut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3520440"/>
            <a:ext cx="11027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FormatFuzzer compiles a .bt into a C++ file generator. Every field the template does not describe is filled with uniformly random bytes.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41148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86384" y="42611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" y="4617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files from the template</a:t>
            </a:r>
            <a:endParaRPr lang="en-US" sz="1250" dirty="0"/>
          </a:p>
          <a:p>
            <a:pPr marL="342900" indent="-342900">
              <a:lnSpc>
                <a:spcPts val="168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them to a real decoder (libpng, giflib, WavPack…)</a:t>
            </a:r>
            <a:endParaRPr lang="en-US" sz="1250" dirty="0"/>
          </a:p>
          <a:p>
            <a:pPr marL="342900" indent="-342900">
              <a:lnSpc>
                <a:spcPts val="168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line coverage of that decoder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73368" y="411480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92824" y="426110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template sets were compared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592824" y="461772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FormatFuzzer's own hand-optimized templates — the baseline</a:t>
            </a:r>
            <a:endParaRPr lang="en-US" sz="1250" dirty="0"/>
          </a:p>
          <a:p>
            <a:pPr marL="342900" indent="-342900">
              <a:lnSpc>
                <a:spcPts val="168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LLM-generated, Opus 4.7 and Opus 5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· PROMPT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extraction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passive-parser template, emit a machine-readable JSON specification of everything that makes a file valid.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34198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49808" y="19019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3113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per-field: fixed values, enums,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ranges, CRCs, patterns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79392" y="1783080"/>
            <a:ext cx="34198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62272" y="19019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462272" y="223113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field X = v,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Y's legal set changes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91856" y="1783080"/>
            <a:ext cx="341985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174736" y="19019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174736" y="2231136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ordering, cardinality,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/ last / required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15468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one field that would prove decisive: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3529584"/>
            <a:ext cx="10789920" cy="1371600"/>
          </a:xfrm>
          <a:prstGeom prst="roundRect">
            <a:avLst>
              <a:gd name="adj" fmla="val 3333"/>
            </a:avLst>
          </a:prstGeom>
          <a:solidFill>
            <a:srgbClr val="EDF1F4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630168"/>
            <a:ext cx="104973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"generation_range": { "min": n, "max": n, "rationale": "..."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when the spec bound is far larger than what a generator should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 — dimensions, counts, lengths, repeat bounds.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Getting this right is one of the highest-impact things in the file: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uncapped values produce huge, slow files and cut throughput.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0749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reasoning is not obviously wrong — but it is the instruction that cost the most.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40080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docs_llm/prompts/prompt1-constraint-extraction.md, lines 35–39 and 134–139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· PROMPT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rewrite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the JSON and rewrite the parser into a generative template, using FormatFuzzer's declarative idioms.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55321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68096" y="19019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was told to emit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24028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known values:  = { 0x3B }</a:t>
            </a:r>
            <a:endParaRPr lang="en-US" sz="1250" dirty="0"/>
          </a:p>
          <a:p>
            <a:pPr marL="342900" indent="-342900">
              <a:lnSpc>
                <a:spcPts val="168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 types for enumerated fields</a:t>
            </a:r>
            <a:endParaRPr lang="en-US" sz="1250" dirty="0"/>
          </a:p>
          <a:p>
            <a:pPr marL="342900" indent="-342900">
              <a:lnSpc>
                <a:spcPts val="168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Evil-bit guards around signatures</a:t>
            </a:r>
            <a:endParaRPr lang="en-US" sz="1250" dirty="0"/>
          </a:p>
          <a:p>
            <a:pPr marL="342900" indent="-342900">
              <a:lnSpc>
                <a:spcPts val="168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Backpatched lengths and CRCs</a:t>
            </a:r>
            <a:endParaRPr lang="en-US" sz="1250" dirty="0"/>
          </a:p>
          <a:p>
            <a:pPr marL="342900" indent="-342900">
              <a:lnSpc>
                <a:spcPts val="168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loops so files stay small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19088" y="1773936"/>
            <a:ext cx="5532120" cy="2148840"/>
          </a:xfrm>
          <a:prstGeom prst="roundRect">
            <a:avLst>
              <a:gd name="adj" fmla="val 2553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620256" y="19019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to use generation_range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20256" y="2249424"/>
            <a:ext cx="51206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0D8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350008"/>
            <a:ext cx="4828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generation_range is present,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THE GENERATION RANGE in the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attribute, and put the true spec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 in a trailing comment.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325526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correctness of the file matters less than not producing a 4 GB output ”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1148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also taught the pattern as an idiom: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4480560"/>
            <a:ext cx="10789920" cy="420624"/>
          </a:xfrm>
          <a:prstGeom prst="roundRect">
            <a:avLst>
              <a:gd name="adj" fmla="val 10870"/>
            </a:avLst>
          </a:prstGeom>
          <a:solidFill>
            <a:srgbClr val="EDF1F4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3232" y="4581144"/>
            <a:ext cx="10497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0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 width &lt;min=1, max=24&gt;;   // note the deliberately small generation cap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120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prompts therefore pushed in the same direction: constrain more, and cap what looks large.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40080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docs_llm/prompts/prompt2-template-rewrite.md, lines 45 and 116–119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·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LLM sets lost to the hand-tuned baseline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5577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371600"/>
                <a:gridCol w="1371600"/>
              </a:tblGrid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Hand-tuned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4.7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37.5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35.9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36.4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20.3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20.0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17.0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34.4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9.9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6.8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19.1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16.0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17.6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22.5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22.5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22.3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9.8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9.8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5.8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693408" y="14813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−1.25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693408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vs hand — Opus 4.7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 0 of 10 formats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9299448" y="148132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−0.84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299448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vs hand — Opus 5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 1 of 10 formats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693408" y="3200400"/>
            <a:ext cx="50749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894576" y="332841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table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94576" y="365760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8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 closes about a third of the gap to hand, without reaching it</a:t>
            </a:r>
            <a:endParaRPr lang="en-US" sz="1250" dirty="0"/>
          </a:p>
          <a:p>
            <a:pPr marL="342900" indent="-342900">
              <a:lnSpc>
                <a:spcPts val="168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Widest deficits: jpg −3.3 and pcap −2.2 against hand</a:t>
            </a:r>
            <a:endParaRPr lang="en-US" sz="1250" dirty="0"/>
          </a:p>
          <a:p>
            <a:pPr marL="342900" indent="-342900">
              <a:lnSpc>
                <a:spcPts val="168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avi favours the LLM set</a:t>
            </a:r>
            <a:endParaRPr lang="en-US" sz="1250" dirty="0"/>
          </a:p>
          <a:p>
            <a:pPr marL="342900" indent="-342900">
              <a:lnSpc>
                <a:spcPts val="1688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8-hour AFL+FFMut campaigns, line coverage of the target decoder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40080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 %, 8h AFL+FFMut per cell. gif and wav re-measured after the driver audit (see later).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wrong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faults in how we measured, and two in what we asked for.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1 · OVER-CONSTRAINT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instruction produced one regression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GIF, generation_range became a pinned value set on the image dimensions: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682496"/>
            <a:ext cx="5486400" cy="1371600"/>
          </a:xfrm>
          <a:prstGeom prst="roundRect">
            <a:avLst>
              <a:gd name="adj" fmla="val 3333"/>
            </a:avLst>
          </a:prstGeom>
          <a:solidFill>
            <a:srgbClr val="EDF1F4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783080"/>
            <a:ext cx="519379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original passive parser, and the hand-tuned expert: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E8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ushort  ImageWidth;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Opus 5: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0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ushort  ImageWidth  = { 1, 2, 4, 8 };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73368" y="1682496"/>
            <a:ext cx="5486400" cy="1371600"/>
          </a:xfrm>
          <a:prstGeom prst="roundRect">
            <a:avLst>
              <a:gd name="adj" fmla="val 4000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74536" y="179222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explaining itself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74536" y="210312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a decoder allocates ImageWidth*ImageHeight index bytes per frame. The set is restricted to powers of two up to 8 so the pixel count is one of the seven the LZW payloads cover. ”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3832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976 B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0050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generated file,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near-identical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279392" y="33832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5A66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99.1 %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279392" y="40050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— and that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out to be the problem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991856" y="33832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−1.7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991856" y="400507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of coverage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hand baseline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4892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dimensions were shrunk until a handful of precomputed LZW payloads happened to fit. Diversity was traded away to avoid a problem that belonged elsewhere.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40080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templates_llm/llm_opus5/gif-llm.bt, lines 462–466. Generation-only measurement, 2,000 files, 3 repetitions.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2 · THE WRONG OBJECTIVE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Validity and coverage are not the same thing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5760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280160"/>
                <a:gridCol w="1280160"/>
                <a:gridCol w="1280160"/>
              </a:tblGrid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 · hand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1.7 %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5,919 B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25.1 %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 · Opus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49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99.1 %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976 B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23.4 %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 · hand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0.0 %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284 B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21.3 %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 · Opus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95.7 %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3,317 B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29.5 %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76288" y="1298448"/>
            <a:ext cx="4937760" cy="1481328"/>
          </a:xfrm>
          <a:prstGeom prst="roundRect">
            <a:avLst>
              <a:gd name="adj" fmla="val 3704"/>
            </a:avLst>
          </a:prstGeom>
          <a:solidFill>
            <a:srgbClr val="1B2A38"/>
          </a:solidFill>
          <a:ln w="12700">
            <a:solidFill>
              <a:srgbClr val="1B2A3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077456" y="14264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077456" y="17373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99.1 % valid corpus covers LESS than a 1.7 % valid one.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063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needs two things at once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3474720"/>
            <a:ext cx="52120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8096" y="3639312"/>
            <a:ext cx="310896" cy="310896"/>
          </a:xfrm>
          <a:prstGeom prst="ellipse">
            <a:avLst/>
          </a:prstGeom>
          <a:solidFill>
            <a:srgbClr val="2E8B62"/>
          </a:solidFill>
          <a:ln w="12700">
            <a:solidFill>
              <a:srgbClr val="2E8B6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70432" y="362102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68096" y="4041648"/>
            <a:ext cx="4809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must get past the decoder's front gate. A wrong magic number, length, CRC or malformed payload and the decoder exits having executed almost nothing.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44768" y="3474720"/>
            <a:ext cx="521208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45936" y="3639312"/>
            <a:ext cx="310896" cy="310896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48272" y="362102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345936" y="4041648"/>
            <a:ext cx="4809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must differ from each other in ways the control flow can feel. A thousand near-identical valid files reach the same lines a thousand times.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566928" y="513892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Constraining a field buys depth and costs diversity. The question is not how much to constrain — it is which fields.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640080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Generation-only measurement on audited drivers.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3 · THE MEASUREMENT ITSELF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harness defects were hiding the truth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49961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 — the decoder never opened the file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84708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wavpack appends ".wav" to any extensionless path. AFL's @@ expands to ".cur_input". Every execution of three 8-hour campaigns failed at fopen() before reading a byte.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68096" y="2816352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F0D8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2916936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  2.9 / 3.0 / 3.0 %     &lt;- argument parsing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8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  22.5 / 22.5 / 22.3 %   &lt;- the actual decoder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73368" y="137160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74536" y="149961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 — every run failed after decoding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74536" y="1847088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gif2rgb without -1 writes three colour planes by appending .R/.G/.B to the output name, so "/dev/null.R" could not be created — exit 253 for valid and invalid input alike. All three variants rose, by +2.4, +4.6 and +2.9.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74536" y="2816352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F0D8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0840" y="2916936"/>
            <a:ext cx="47823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0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 26.8 / 24.6 / 26.3 %   &lt;- aborted before the RGB dump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2E8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  29.2 / 29.2 / 29.2 %   &lt;- and the three then tie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93192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signature that gave wav away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6928" y="4297680"/>
            <a:ext cx="10789920" cy="932688"/>
          </a:xfrm>
          <a:prstGeom prst="roundRect">
            <a:avLst>
              <a:gd name="adj" fmla="val 4902"/>
            </a:avLst>
          </a:prstGeom>
          <a:solidFill>
            <a:srgbClr val="EDF1F4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4398264"/>
            <a:ext cx="10497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fmt      hand       opus4.7    opus5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04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wav      2.9%       3.0%       3.0%      &lt;- three unrelated templates, one number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8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      37.5%      35.9%      36.4%     &lt;- the spread you expect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40080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drivers audited; 3 defects found and fixed. Full detail: docs_llm/target_coverage_driver_audit.md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4 · THE INSTRUMENT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8-hour campaign cannot see the template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gif, all three template sets converge on exactly the same number and then stop moving — despite running 4.7M, 7.3M and 17.5M executions.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74980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371600"/>
                <a:gridCol w="1188720"/>
                <a:gridCol w="2377440"/>
              </a:tblGrid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Elapsed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4.7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563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559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49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536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templates differ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572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611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577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10,800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converged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28,800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624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 hours of nothing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659368" y="166420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of 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659368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produced no new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on gif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66928" y="333756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1B2A38"/>
          </a:solidFill>
          <a:ln w="12700">
            <a:solidFill>
              <a:srgbClr val="1B2A3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68096" y="3474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 for the method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68096" y="3803904"/>
            <a:ext cx="4937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AFL's own mutation erases the template's contribution on small targets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endpoint reports a tie where the early curve does not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 stays primary; time-to-coverage added as secondary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36208" y="3337560"/>
            <a:ext cx="56235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437376" y="34747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one more gap: no measurement gate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437376" y="3803904"/>
            <a:ext cx="5212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went from generation straight to an 8-hour campaign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could not surface until 8 hours had been spent on it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size budget either — one template ran 4.8× the original's length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40080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gif, 8h AFL+FFMut, lines hit of 2,138 total.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9202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74320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tiered strategy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where the decoder checks. Free everywhere else.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 of accuracy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078992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64208"/>
            <a:ext cx="658368" cy="658368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764792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1517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exactly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27632" y="1901952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Magic numbers · signatures · terminators · lengths · CRCs and checksums · payload well-formedness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627632" y="223113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if this value is wrong, does a conforming decoder refuse the file?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770632"/>
            <a:ext cx="1078992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063240"/>
            <a:ext cx="658368" cy="658368"/>
          </a:xfrm>
          <a:prstGeom prst="ellipse">
            <a:avLst/>
          </a:prstGeom>
          <a:solidFill>
            <a:srgbClr val="8C6A1E"/>
          </a:solidFill>
          <a:ln w="12700">
            <a:solidFill>
              <a:srgbClr val="8C6A1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316382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627632" y="29169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legal set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3300984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Enums · flag bytes · compression methods · colour types · filter and interlace methods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3630168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legal value, never a subset — each is usually a distinct branch.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169664"/>
            <a:ext cx="10789920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462272"/>
            <a:ext cx="658368" cy="658368"/>
          </a:xfrm>
          <a:prstGeom prst="ellipse">
            <a:avLst/>
          </a:prstGeom>
          <a:solidFill>
            <a:srgbClr val="6E7D8A"/>
          </a:solidFill>
          <a:ln w="12700">
            <a:solidFill>
              <a:srgbClr val="6E7D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562856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627632" y="4315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free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627632" y="4700016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Dimensions · counts · repetitions · sample rates · colours · text · timestamps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627632" y="5029200"/>
            <a:ext cx="9418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value set, no min, no max. This is the only source of diversity.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6692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field could be argued either way, it goes to C. Over-constraining is the documented failure; under-constraining a Tier C field costs nothing.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GOVERNING RULE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PNG and GIF posed the same problem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formats a compressed payload must agree with the declared dimensions. The two answers went in opposite directions.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755648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68096" y="188366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— derive the payload from the data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231136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that IDAT must be a real zlib stream and emitted one. libpng got past "IDAT: invalid window size" into the pixel pipeline.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0906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8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+8.2 points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236208" y="1755648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BEFEA"/>
          </a:solidFill>
          <a:ln w="12700">
            <a:solidFill>
              <a:srgbClr val="FBEFEA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37376" y="188366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 — shrink the data to fit the payload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37376" y="2231136"/>
            <a:ext cx="4937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not build an LZW stream for arbitrary sizes, so it collapsed the dimension space until a few precomputed payloads fitted.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309067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49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−1.7 points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66928" y="4069080"/>
            <a:ext cx="10789920" cy="1371600"/>
          </a:xfrm>
          <a:prstGeom prst="roundRect">
            <a:avLst>
              <a:gd name="adj" fmla="val 4000"/>
            </a:avLst>
          </a:prstGeom>
          <a:solidFill>
            <a:srgbClr val="1B2A38"/>
          </a:solidFill>
          <a:ln w="12700">
            <a:solidFill>
              <a:srgbClr val="1B2A3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422452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4517136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payload must agree with a dimension, a count or a length, derive the payload from that value. Never shrink the value to fit a fixed payload.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5961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Corollary: the bytes inside a well-formed stream are free even though its framing is pinned. Pin the envelope, free the contents.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· PROMPT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 extraction, rewritten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4356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C04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7190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generation_range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767328" y="1517904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and explicitly forbidden, with four synonyms named. A checklist step makes the model grep its own output.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249424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9808" y="23500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6334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 +  tier_rationale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767328" y="2432304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entry. One mechanical test decides A; ties break to 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3163824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49808" y="32644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35478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payload_wellformedness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767328" y="3346704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codec, decoder_gate, byte-level generation_strategy, derives_from, content_is_free.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078224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9808" y="41788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4622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diversity_axes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767328" y="4261104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explicit list of fields that must stay unconstrained — something positive to protect.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992624"/>
            <a:ext cx="1078992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49808" y="50932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" y="53766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output_budget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767328" y="5175504"/>
            <a:ext cx="7406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bounded by a running byte budget on repeating structures, never by capping fields.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961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 fields now get an explicit entry — "type": "unconstrained" — so the rewrite step receives an instruction to leave them alone, rather than an absence.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· PROMPT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Template rewrite, rewritten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463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is driven by tier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8096" y="1792224"/>
            <a:ext cx="4937760" cy="969264"/>
          </a:xfrm>
          <a:prstGeom prst="roundRect">
            <a:avLst>
              <a:gd name="adj" fmla="val 4717"/>
            </a:avLst>
          </a:prstGeom>
          <a:solidFill>
            <a:srgbClr val="EDF1F4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92808"/>
            <a:ext cx="464515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D99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 = { value }  inside SetEvilBit(false)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C6A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  = { every legal value }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6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  bare declaration — nothing attached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834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idiom uint32 width &lt;min=1, max=24&gt; is gone; &lt;min=&gt;/&lt;max=&gt; now appear only where the format itself requires a bound.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335024"/>
            <a:ext cx="5349240" cy="2148840"/>
          </a:xfrm>
          <a:prstGeom prst="roundRect">
            <a:avLst>
              <a:gd name="adj" fmla="val 2553"/>
            </a:avLst>
          </a:prstGeom>
          <a:solidFill>
            <a:srgbClr val="EAF3EE"/>
          </a:solidFill>
          <a:ln w="12700">
            <a:solidFill>
              <a:srgbClr val="EAF3EE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37376" y="14630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payload recipe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37376" y="1792224"/>
            <a:ext cx="4937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zlib stream of stored DEFLATE blocks, sized from the free dimensions — multi-block so any size works, with Adler-32 computed correctly: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37376" y="2468880"/>
            <a:ext cx="49377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6E4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2569464"/>
            <a:ext cx="4645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E8B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adler = ((n % 65521) &lt;&lt; 16) | 1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37376" y="290779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modulo matters: the naive form is silently wrong once n reaches 65521 — exactly the sizes a freed dimension produces.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3657600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three gates the old prompt did not have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6928" y="4041648"/>
            <a:ext cx="3419856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49808" y="41696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ceiling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4498848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.bt must not exceed 1.5× the original's line count. A previous attempt ran 4.8×, and the bulk was pinned fields.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79392" y="4041648"/>
            <a:ext cx="3419856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462272" y="41696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gate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462272" y="4498848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Rebuild, generate 2,000 files, compare against the hand baseline. If coverage regresses, the model must diagnose and fix — not report and stop.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91856" y="4041648"/>
            <a:ext cx="3419856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174736" y="416966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histogram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174736" y="4498848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distribution of generated file sizes. One dominant size means a Tier C field is still pinned — this alone would have caught GIF in seconds.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· 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LLM set to beat the baseline</a:t>
            </a:r>
            <a:endParaRPr lang="en-US" sz="3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6675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371600"/>
                <a:gridCol w="1371600"/>
                <a:gridCol w="1280160"/>
              </a:tblGrid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hand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9.9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15.4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+5.5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20.3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17.0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+2.9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37.5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36.4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40.2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+2.7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5.8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7.8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+2.0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9.8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9.8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11.7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+1.9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34.4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36.1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+0.9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22.5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22.3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22.8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19.1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17.6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19.3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+0.2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29.0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49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7.2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7.0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6.7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49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−0.5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90688" y="148132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+1.57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790688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vs hand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(Opus 5 was −0.84)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9985248" y="148132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10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985248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improved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90688" y="3154680"/>
            <a:ext cx="402336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991856" y="32918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991856" y="3621024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 doubled — 7.7 → 15.4, and beats the hand expert by 5.5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 reversed a −3.3 deficit into +2.9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+2.7, where freeing the dimensions was predicted to help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earlier LLM sets lost on nearly every format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400800"/>
            <a:ext cx="11027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 %, 8h AFL+FFMut per cell, all 40 runs completed the full 28,800 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· SECONDARY METRIC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speed-up is larger than the coverage gain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25296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reach the hand-tuned template's FINAL coverage: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371600"/>
                <a:gridCol w="1371600"/>
                <a:gridCol w="1280160"/>
              </a:tblGrid>
              <a:tr h="2606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Speed-up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8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17,400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49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never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300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58×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28,200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49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never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1,200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24×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28,200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49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never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1,200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24×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22,800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49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never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3,000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8×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4"/>
                    </a:solidFill>
                  </a:tcPr>
                </a:tc>
              </a:tr>
              <a:tr h="260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28,500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0492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never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4,200 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E8B6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7×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F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10728" y="173736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8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110728" y="23591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png, the tiered template matches in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snapshot what the hand-tuned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needs 4.8 hours to reach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66928" y="3566160"/>
            <a:ext cx="10789920" cy="1371600"/>
          </a:xfrm>
          <a:prstGeom prst="roundRect">
            <a:avLst>
              <a:gd name="adj" fmla="val 4000"/>
            </a:avLst>
          </a:prstGeom>
          <a:solidFill>
            <a:srgbClr val="1B2A38"/>
          </a:solidFill>
          <a:ln w="12700">
            <a:solidFill>
              <a:srgbClr val="1B2A38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41248" y="3712464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metric was added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4023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coverage remains primary. But an 8-hour campaign saturates on small targets, so the endpoint can report a tie where the templates plainly differ. Time-to-coverage recovers the difference the endpoint hides.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5120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 never reached the hand baseline on any of these five formats within the full 8 hours.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ACCOUNTING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384048"/>
            <a:ext cx="11027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formats that did not improve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68096" y="14996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gif  −0.2  —  four lines, and we know which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8096" y="1828800"/>
            <a:ext cx="4937760" cy="1097280"/>
          </a:xfrm>
          <a:prstGeom prst="roundRect">
            <a:avLst>
              <a:gd name="adj" fmla="val 4167"/>
            </a:avLst>
          </a:prstGeom>
          <a:solidFill>
            <a:srgbClr val="EDF1F4"/>
          </a:solidFill>
          <a:ln w="12700">
            <a:solidFill>
              <a:srgbClr val="DDE4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29384"/>
            <a:ext cx="46451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(InternalRead(GifFile, Buf, 1) != 1) {   // reached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GifFile-&gt;Error = D_GIF_ERR_READ_FAILED;   // missed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GifFreeMapObject(...);                    // missed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GifFile-&gt;Image.ColorMap = NULL;           // missed</a:t>
            </a:r>
            <a:endParaRPr lang="en-US" sz="9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16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GIF_ERROR;                         // missed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2999232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truncation path, reachable only by a file ending between the dimensions and the packed-fields byte. The tiered template is too well-formed to produce it. It covers 620 of hand's 624 and misses nothing else.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1371600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9DFE5"/>
            </a:solidFill>
            <a:prstDash val="solid"/>
          </a:ln>
          <a:effectLst>
            <a:outerShdw sx="100000" sy="100000" kx="0" ky="0" algn="bl" rotWithShape="0" blurRad="101600" dist="12700" dir="5400000">
              <a:srgbClr val="9AA5AF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37376" y="14996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mp4  −0.5  —  not resolvable from one run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37376" y="184708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5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variant was still climbing at t = 28,800 s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gained 914 lines in the final two hours alone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96.28 % — the lowest of all 40 runs</a:t>
            </a:r>
            <a:endParaRPr lang="en-US" sz="1150" dirty="0"/>
          </a:p>
          <a:p>
            <a:pPr marL="342900" indent="-342900">
              <a:lnSpc>
                <a:spcPts val="1553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1.5M executions, against png's 39M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37376" y="33101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needs repetitions, not a conclusion.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4370832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carried forward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4718304"/>
            <a:ext cx="1078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runs, no repetitions. Given a measured ±1.5 spread on Opus 4.7, anything under ~1 point is a tie — zip, bmp, wav, gif and mp4 all fall inside that.</a:t>
            </a:r>
            <a:endParaRPr lang="en-US" sz="1200" dirty="0"/>
          </a:p>
          <a:p>
            <a:pPr marL="342900" indent="-3429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bmp is not strictly comparable: its harness changed this session, so its line total is 4,446 against 4,445 for the other three.</a:t>
            </a:r>
            <a:endParaRPr lang="en-US" sz="1200" dirty="0"/>
          </a:p>
          <a:p>
            <a:pPr marL="342900" indent="-3429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rests on pcap +5.5, jpg +2.9, png +2.7, avi +2.0 and midi +1.9 — all comfortably outside the noise.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475488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changed, and what it bought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5212080" cy="2468880"/>
          </a:xfrm>
          <a:prstGeom prst="roundRect">
            <a:avLst>
              <a:gd name="adj" fmla="val 2222"/>
            </a:avLst>
          </a:prstGeom>
          <a:solidFill>
            <a:srgbClr val="1B2A38"/>
          </a:solidFill>
          <a:ln w="12700">
            <a:solidFill>
              <a:srgbClr val="2A3B4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5179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1883664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was standing in for coverage</a:t>
            </a:r>
            <a:endParaRPr lang="en-US" sz="1200" dirty="0"/>
          </a:p>
          <a:p>
            <a:pPr marL="342900" indent="-3429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instruction capped the fields that create diversity</a:t>
            </a:r>
            <a:endParaRPr lang="en-US" sz="1200" dirty="0"/>
          </a:p>
          <a:p>
            <a:pPr marL="342900" indent="-3429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harness defects were hiding the truth</a:t>
            </a:r>
            <a:endParaRPr lang="en-US" sz="1200" dirty="0"/>
          </a:p>
          <a:p>
            <a:pPr marL="342900" indent="-3429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8-hour instrument saturates and cannot see the template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44768" y="1371600"/>
            <a:ext cx="5212080" cy="2468880"/>
          </a:xfrm>
          <a:prstGeom prst="roundRect">
            <a:avLst>
              <a:gd name="adj" fmla="val 2222"/>
            </a:avLst>
          </a:prstGeom>
          <a:solidFill>
            <a:srgbClr val="1B2A38"/>
          </a:solidFill>
          <a:ln w="12700">
            <a:solidFill>
              <a:srgbClr val="2A3B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64224" y="15179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64224" y="1883664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tiers: pin the gate, enumerate the branches, free the rest</a:t>
            </a:r>
            <a:endParaRPr lang="en-US" sz="1200" dirty="0"/>
          </a:p>
          <a:p>
            <a:pPr marL="342900" indent="-3429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payloads from dimensions — never the reverse</a:t>
            </a:r>
            <a:endParaRPr lang="en-US" sz="1200" dirty="0"/>
          </a:p>
          <a:p>
            <a:pPr marL="342900" indent="-3429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bounded by an output budget, not by field caps</a:t>
            </a:r>
            <a:endParaRPr lang="en-US" sz="1200" dirty="0"/>
          </a:p>
          <a:p>
            <a:pPr marL="342900" indent="-342900">
              <a:lnSpc>
                <a:spcPts val="162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gate that refuses to accept a regression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4206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+1.57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8280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coverage gain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hand-tuned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4206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8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10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48280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improved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144768" y="4206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58×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144768" y="48280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hand's final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on png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933688" y="420624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FB0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−0.84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8933688" y="48280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Opus 5 stood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change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6692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defensible claim is not that restriction is bad. It is that restriction helps at the decoder's gate and hurts past it — the question is not how much to constrain, but what.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FormatFuzzer — Tiered Constraint Strategy</dc:title>
  <dc:subject>PptxGenJS Presentation</dc:subject>
  <dc:creator>Malik Ali Haider Awan</dc:creator>
  <cp:lastModifiedBy>Malik Ali Haider Awan</cp:lastModifiedBy>
  <cp:revision>1</cp:revision>
  <dcterms:created xsi:type="dcterms:W3CDTF">2026-09-28T23:49:47Z</dcterms:created>
  <dcterms:modified xsi:type="dcterms:W3CDTF">2026-09-28T23:49:47Z</dcterms:modified>
</cp:coreProperties>
</file>